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Greenfield Water Safety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6126480"/>
            <a:ext cx="128016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clean water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 water prevents illness</a:t>
            </a:r>
          </a:p>
          <a:p>
            <a:r>
              <a:t>Filters need regular care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6126480"/>
            <a:ext cx="128016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Changing a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Shut the valve</a:t>
            </a:r>
          </a:p>
          <a:p>
            <a:r>
              <a:t>Release pressure</a:t>
            </a:r>
          </a:p>
          <a:p>
            <a:r>
              <a:t>Swap the cartridge</a:t>
            </a:r>
          </a:p>
          <a:p>
            <a:r>
              <a:t>Flush for 5 minutes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6126480"/>
            <a:ext cx="128016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Change filters every 6 months</a:t>
            </a:r>
          </a:p>
          <a:p>
            <a:r>
              <a:t>Always flush after a change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6126480"/>
            <a:ext cx="1280160" cy="426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eenfield">
  <a:themeElements>
    <a:clrScheme name="Office">
      <a:dk1>
        <a:sysClr val="windowText" lastClr="000000"/>
      </a:dk1>
      <a:lt1>
        <a:sysClr val="window" lastClr="FFFFFF"/>
      </a:lt1>
      <a:dk2>
        <a:srgbClr val="1C2B36"/>
      </a:dk2>
      <a:lt2>
        <a:srgbClr val="F4F1EA"/>
      </a:lt2>
      <a:accent1>
        <a:srgbClr val="0B6E4F"/>
      </a:accent1>
      <a:accent2>
        <a:srgbClr val="F2A54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