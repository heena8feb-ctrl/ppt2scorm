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Data Privacy Essentials. This short course explains how we protect customer and employee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privacy is everyone's job. Most breaches start with a human mistake, not a hacker.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think of the customer data they touch daily, such as service tickets or warranty registrations.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rules cover 90 percent of everyday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Phishing is the number one way attackers get in. Reporting a suspicious email is always the right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answer is to not send anything, verify through a known contact, and report the email. Urgency plus authority is a classic social engineering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 reporting limits damage. Nobody gets in trouble for reporting in good faith.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completing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Privacy Essentials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Mandatory training for all employees</a:t>
            </a:r>
          </a:p>
          <a:p>
            <a:pPr>
              <a:defRPr sz="2000"/>
            </a:pPr>
            <a:r>
              <a:t>Duration: 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privacy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trust us with names, phone numbers, addresses and purchase history</a:t>
            </a:r>
          </a:p>
          <a:p>
            <a:pPr>
              <a:defRPr sz="2000"/>
            </a:pPr>
            <a:r>
              <a:t>A single breach can lead to regulatory penalties and loss of trust</a:t>
            </a:r>
          </a:p>
          <a:p>
            <a:pPr>
              <a:defRPr sz="2000"/>
            </a:pPr>
            <a:r>
              <a:t>India's DPDP Act 2023 places clear obligations on companies that process personal data</a:t>
            </a:r>
          </a:p>
          <a:p>
            <a:pPr>
              <a:defRPr sz="2000"/>
            </a:pPr>
            <a:r>
              <a:t>Every employee is responsible, not just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counts as personal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information that identifies a person directly or indirectly</a:t>
            </a:r>
          </a:p>
          <a:p>
            <a:pPr>
              <a:defRPr sz="2000"/>
            </a:pPr>
            <a:r>
              <a:t>Examples: name, mobile number, email, address, Aadhaar, bank details</a:t>
            </a:r>
          </a:p>
          <a:p>
            <a:pPr>
              <a:defRPr sz="2000"/>
            </a:pPr>
            <a:r>
              <a:t>Indirect identifiers: device ID, IP address, service ticket linked to a customer</a:t>
            </a:r>
          </a:p>
          <a:p>
            <a:pPr>
              <a:defRPr sz="2000"/>
            </a:pPr>
            <a:r>
              <a:t>Sensitive data needs extra care: financial and health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5 golden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only what you need</a:t>
            </a:r>
          </a:p>
          <a:p>
            <a:pPr>
              <a:defRPr sz="2000"/>
            </a:pPr>
            <a:r>
              <a:t>Use data only for the purpose it was collected</a:t>
            </a:r>
          </a:p>
          <a:p>
            <a:pPr>
              <a:defRPr sz="2000"/>
            </a:pPr>
            <a:r>
              <a:t>Share only with authorised people on approved tools</a:t>
            </a:r>
          </a:p>
          <a:p>
            <a:pPr>
              <a:defRPr sz="2000"/>
            </a:pPr>
            <a:r>
              <a:t>Store it securely and never on personal devices or personal email</a:t>
            </a:r>
          </a:p>
          <a:p>
            <a:pPr>
              <a:defRPr sz="2000"/>
            </a:pPr>
            <a:r>
              <a:t>Delete it when it is no longer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Spotting a phishing attempt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Urgent tone: 'Your account will be blocked in 1 hour'</a:t>
            </a:r>
          </a:p>
          <a:p>
            <a:pPr>
              <a:defRPr sz="2000"/>
            </a:pPr>
            <a:r>
              <a:t>Sender address that looks almost right</a:t>
            </a:r>
          </a:p>
          <a:p>
            <a:pPr>
              <a:defRPr sz="2000"/>
            </a:pPr>
            <a:r>
              <a:t>Requests for passwords, OTPs or customer lists</a:t>
            </a:r>
          </a:p>
          <a:p>
            <a:pPr>
              <a:defRPr sz="2000"/>
            </a:pPr>
            <a:r>
              <a:t>Unexpected attachments or links</a:t>
            </a:r>
          </a:p>
          <a:p>
            <a:pPr>
              <a:defRPr sz="2000"/>
            </a:pPr>
            <a:r>
              <a:t>When in doubt, report it to the IT security mailbox, do not click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scenario: the urgent vendor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'vendor' emails asking for last month's customer service call list</a:t>
            </a:r>
          </a:p>
          <a:p>
            <a:pPr>
              <a:defRPr sz="2000"/>
            </a:pPr>
            <a:r>
              <a:t>The email says the CEO approved it and needs it in 30 minutes</a:t>
            </a:r>
          </a:p>
          <a:p>
            <a:pPr>
              <a:defRPr sz="2000"/>
            </a:pPr>
            <a:r>
              <a:t>The sender domain is slightly different from the real vendor</a:t>
            </a:r>
          </a:p>
          <a:p>
            <a:pPr>
              <a:defRPr sz="2000"/>
            </a:pPr>
            <a:r>
              <a:t>What should you 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a breach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 immediately to your manager and the IT security team</a:t>
            </a:r>
          </a:p>
          <a:p>
            <a:pPr>
              <a:defRPr sz="2000"/>
            </a:pPr>
            <a:r>
              <a:t>Do not try to investigate or fix it yourself</a:t>
            </a:r>
          </a:p>
          <a:p>
            <a:pPr>
              <a:defRPr sz="2000"/>
            </a:pPr>
            <a:r>
              <a:t>Do not delete evidence</a:t>
            </a:r>
          </a:p>
          <a:p>
            <a:pPr>
              <a:defRPr sz="2000"/>
            </a:pPr>
            <a:r>
              <a:t>Speed matters: the law requires timely notification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data is anything that identifies a person</a:t>
            </a:r>
          </a:p>
          <a:p>
            <a:pPr>
              <a:defRPr sz="2000"/>
            </a:pPr>
            <a:r>
              <a:t>Follow the 5 golden rules every day</a:t>
            </a:r>
          </a:p>
          <a:p>
            <a:pPr>
              <a:defRPr sz="2000"/>
            </a:pPr>
            <a:r>
              <a:t>Pause and verify before sharing data</a:t>
            </a:r>
          </a:p>
          <a:p>
            <a:pPr>
              <a:defRPr sz="2000"/>
            </a:pPr>
            <a:r>
              <a:t>Report suspicious emails and incidents immediately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