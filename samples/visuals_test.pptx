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complaints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Blocked filter</c:v>
                </c:pt>
                <c:pt idx="1">
                  <c:v>Object in pump</c:v>
                </c:pt>
                <c:pt idx="2">
                  <c:v>Kinked hose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22</c:v>
                </c:pt>
                <c:pt idx="2">
                  <c:v>18</c:v>
                </c:pt>
                <c:pt idx="3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where the drain filter cover is: bottom right on front loaders.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Lint, coins and hair pins are the usual culprits.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Half of all drain complaints are a blocked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unplug first, then drain, clean, refit and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close-up as before,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Drain Filter Service: Visual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photos, a chart and a process diagram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035040"/>
            <a:ext cx="1463040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 the machine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035040"/>
            <a:ext cx="1463040" cy="5852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371600"/>
            <a:ext cx="6400800" cy="426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8288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27432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drain filter is behind the small cover at the bottom right.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filter up close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035040"/>
            <a:ext cx="1463040" cy="585216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1371600" y="1463040"/>
            <a:ext cx="5486400" cy="4389120"/>
            <a:chOff x="1371600" y="1463040"/>
            <a:chExt cx="5486400" cy="4389120"/>
          </a:xfrm>
        </p:grpSpPr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71600" y="1463040"/>
              <a:ext cx="5486400" cy="36576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371600" y="5303520"/>
              <a:ext cx="54864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Filter with debris trap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Drain complaints by cause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035040"/>
            <a:ext cx="1463040" cy="585216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371600"/>
          <a:ext cx="914400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4-step process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035040"/>
            <a:ext cx="1463040" cy="58521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2743200"/>
            <a:ext cx="219456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/>
              <a:t>Unplug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743200"/>
            <a:ext cx="219456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/>
              <a:t>Drain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743200"/>
            <a:ext cx="219456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/>
              <a:t>Clean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743200"/>
            <a:ext cx="219456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/>
              <a:t>Refit &amp; test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3383280"/>
            <a:ext cx="64008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3383280"/>
            <a:ext cx="64008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95360" y="3383280"/>
            <a:ext cx="64008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the filter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035040"/>
            <a:ext cx="1463040" cy="5852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463040"/>
            <a:ext cx="4572000" cy="304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